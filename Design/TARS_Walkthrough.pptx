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0152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T.A.R.S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&amp; Reporting Suite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975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QA for Modern Enterprises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Vision &amp; Strategic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Empowering software teams to bridge the gap between manual testing and robust automation with AI-driven insights.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1: Foundation (Core Engine, React Frontend, Node.js Backend)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2: Recording (Low-code Playwright session recording)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3: Intelligence (LLM-based test generation from user stories)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4: Analytics (Historical performance and defect tracking)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</a:rPr>
              <a:t>Phase 5: Salesforce Live (Executing automation directly in CRM environments)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1. Quality Insights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 central hub for measuring test effectiveness. Real-time charts track pass rates, step outcomes, and defect distribution over time.</a:t>
            </a:r>
            <a:endParaRPr lang="en-US" sz="1400" dirty="0"/>
          </a:p>
        </p:txBody>
      </p:sp>
      <p:pic>
        <p:nvPicPr>
          <p:cNvPr id="4" name="Image 0" descr="C:\Users\SANTOSH\.gemini\antigravity\brain\dcf4d161-3b2b-4266-bcd4-3fca77a8d2bc\dashboard_view_17736881342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2. Intelligent Test Builder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Convert natural language requirements into comprehensive test cases using cutting-edge LLMs. Support for multiple providers including Ollama, OpenAI, and Gemini.</a:t>
            </a:r>
            <a:endParaRPr lang="en-US" sz="1400" dirty="0"/>
          </a:p>
        </p:txBody>
      </p:sp>
      <p:pic>
        <p:nvPicPr>
          <p:cNvPr id="4" name="Image 0" descr="C:\Users\SANTOSH\.gemini\antigravity\brain\dcf4d161-3b2b-4266-bcd4-3fca77a8d2bc\test_builder_view_1773688158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3. Action Recorder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The low-code way to build tests. Record browser interactions directly and export them into structured Playwright test scripts.</a:t>
            </a:r>
            <a:endParaRPr lang="en-US" sz="1400" dirty="0"/>
          </a:p>
        </p:txBody>
      </p:sp>
      <p:pic>
        <p:nvPicPr>
          <p:cNvPr id="4" name="Image 0" descr="C:\Users\SANTOSH\.gemini\antigravity\brain\dcf4d161-3b2b-4266-bcd4-3fca77a8d2bc\recorder_view_17736881967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4. Live Salesforce Automation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Execute tests directly in Salesforce environments. Seamlessly handle logins, navigation, and data verification with detailed execution logs and failure screenshots.</a:t>
            </a:r>
            <a:endParaRPr lang="en-US" sz="1400" dirty="0"/>
          </a:p>
        </p:txBody>
      </p:sp>
      <p:pic>
        <p:nvPicPr>
          <p:cNvPr id="4" name="Image 0" descr="C:\Users\SANTOSH\.gemini\antigravity\brain\dcf4d161-3b2b-4266-bcd4-3fca77a8d2bc\auto_test_view_17736882205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</a:rPr>
              <a:t>5. Enterprise Configuration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Customizable engine settings. Manage API keys, models, and provider endpoints to tailor the AI experience to your organization's infrastructure.</a:t>
            </a:r>
            <a:endParaRPr lang="en-US" sz="1400" dirty="0"/>
          </a:p>
        </p:txBody>
      </p:sp>
      <p:pic>
        <p:nvPicPr>
          <p:cNvPr id="4" name="Image 0" descr="C:\Users\SANTOSH\.gemini\antigravity\brain\dcf4d161-3b2b-4266-bcd4-3fca77a8d2bc\settings_view_17736882609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822960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</a:rPr>
              <a:t>Built on a modern, scalable architecture designed for speed and reliability.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Frontend: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- React 18, Vite, Tailwind CSS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- Lucide Icons, Recharts for BI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Backend: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- Node.js, Express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- Axios for API communication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57200" y="32004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Automation &amp; AI: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- Playwright for Browser Ops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- Ollama / Gemma 2-3 for Reasoning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Roadmap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Multi-platform support (ServiceNow, Oracle Cloud, SAP)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AI-driven self-healing selectors for flaky tests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Integration with CI/CD pipelines (GitHub Actions, Jenkins)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Advanced Defect Clustering and Root Cause Analysis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</a:rPr>
              <a:t>T.A.R.S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The Future of Quality Assurance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360</Words>
  <Application>Microsoft Office PowerPoint</Application>
  <PresentationFormat>Widescreen</PresentationFormat>
  <Paragraphs>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Santosh Kumar</cp:lastModifiedBy>
  <cp:revision>1</cp:revision>
  <dcterms:created xsi:type="dcterms:W3CDTF">2026-03-16T19:13:01Z</dcterms:created>
  <dcterms:modified xsi:type="dcterms:W3CDTF">2026-03-16T19:17:56Z</dcterms:modified>
</cp:coreProperties>
</file>