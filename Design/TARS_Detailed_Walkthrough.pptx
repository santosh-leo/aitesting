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520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1F5F9"/>
                </a:solidFill>
              </a:rPr>
              <a:t>T.A.R.S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4A3B8"/>
                </a:solidFill>
              </a:rPr>
              <a:t>Test Automation &amp; Reporting Suite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84048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ACC15"/>
                </a:solidFill>
              </a:rPr>
              <a:t>Comprehensive Walkthrough &amp; Strategic Implementation Plan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B82F6"/>
                </a:solidFill>
              </a:rPr>
              <a:t>Bridging the Gap Between Requirement and Execution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</a:rPr>
              <a:t>Problem Statement: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Traditional manual testing is slow, error-prone, and consumes up to 40% of development cycles. Automation often requires deep coding expertise, creating a bottleneck for QA teams.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</a:rPr>
              <a:t>The Solution (T.A.R.S):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An AI-orchestrated suite that empowers non-technical users to record, generate, and execute enterprise-grade automated tests in seconds. T.A.R.S leverages Large Language Models (LLMs) to understand business logic and translate it into robust Playwright scripts.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 phased approach to Enterprise QA excellence.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Phase 1: Foundation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Establishing the core Node.js/Express backend and a premium React-based glassmorphic UI.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Phase 2: Recording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Enabling zero-code test building via live browser session recording and selector discovery.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Phase 3: Intelligence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Orchestrating LLMs (Ollama/Gemini) to generate test logic from natural language user stories.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Phase 4: Analytics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Implementing high-fidelity data visualization for pass/fail trends and defect management.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Phase 5: CRM Live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Direct execution in secure Salesforce environments with visual failure diagnostics.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The Source of Truth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Data-Driven Decision Making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The Dashboard serves as the central hub for Quality Assurance visibility. It provides: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Real-Time Metrics: Aggregate pass rates and defect counts from recent runs.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Trend Analysis: Line charts illustrate performance stability over time, identifying regressions early.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Defect Clustering: Distribution charts highlight failure patterns, allowing teams to prioritize critical fixes.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Automated History: Every test run is persisted to a secure local store, ensuring a complete audit trail of testing activities.</a:t>
            </a:r>
            <a:endParaRPr lang="en-US" sz="1400" dirty="0"/>
          </a:p>
        </p:txBody>
      </p:sp>
      <p:pic>
        <p:nvPicPr>
          <p:cNvPr id="5" name="Image 0" descr="C:\Users\SANTOSH\.gemini\antigravity\brain\dcf4d161-3b2b-4266-bcd4-3fca77a8d2bc\dashboard_view_1773688134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217920" cy="4389120"/>
          </a:xfrm>
          <a:prstGeom prst="rect">
            <a:avLst/>
          </a:prstGeom>
          <a:effectLst>
            <a:outerShdw blurRad="127000" dist="63500" dir="16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Builder: Requirement to Reality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LLM-Powered Logic Generation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The Test Builder eliminates the complexity of script writing. Users simply provide a natural language functional requirement, and T.A.R.S does the rest: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Context Understanding: The engine analyzes user stories to identify key actions and expected outcomes.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Modular Steps: Generates human-readable test steps that can be reviewed and edited before execution.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Provider Agnostic: Integrates with Ollama (local), Google Gemini, and OpenAI to provide flexible reasoning power.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Seamless Export: Converts requirements directly into structured test playbooks.</a:t>
            </a:r>
            <a:endParaRPr lang="en-US" sz="1400" dirty="0"/>
          </a:p>
        </p:txBody>
      </p:sp>
      <p:pic>
        <p:nvPicPr>
          <p:cNvPr id="5" name="Image 0" descr="C:\Users\SANTOSH\.gemini\antigravity\brain\dcf4d161-3b2b-4266-bcd4-3fca77a8d2bc\test_builder_view_1773688158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217920" cy="4389120"/>
          </a:xfrm>
          <a:prstGeom prst="rect">
            <a:avLst/>
          </a:prstGeom>
          <a:effectLst>
            <a:outerShdw blurRad="127000" dist="63500" dir="16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Recorder: Zero-Code Empowerment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Low-Code Test Engineering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For complex UI interactions, the Live Recorder provides a visual way to build automation: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Precision Capture: Monitors every click, scroll, and keystroke in real-time.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Intelligent Selectors: Automatically identifies the most stable locators (CSS, XPath, Text) to prevent "flaky" tests.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Immediate Verification: See the generated Playwright code in real-time as you interact with the browser.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One-Click Export: Professional test scripts are ready for integration into enterprise repositories immediately.</a:t>
            </a:r>
            <a:endParaRPr lang="en-US" sz="1400" dirty="0"/>
          </a:p>
        </p:txBody>
      </p:sp>
      <p:pic>
        <p:nvPicPr>
          <p:cNvPr id="5" name="Image 0" descr="C:\Users\SANTOSH\.gemini\antigravity\brain\dcf4d161-3b2b-4266-bcd4-3fca77a8d2bc\recorder_view_17736881967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217920" cy="4389120"/>
          </a:xfrm>
          <a:prstGeom prst="rect">
            <a:avLst/>
          </a:prstGeom>
          <a:effectLst>
            <a:outerShdw blurRad="127000" dist="63500" dir="16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Test: Live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Live CRM Workflow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The "Auto Test" module is the execution engine of T.A.R.S, specifically optimized for complex platforms like Salesforce: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Secure Orchestration: Handles multi-factor authentication and login flows safely.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Visual Verification: Captures high-resolution screenshots at every failure point for rapid debugging.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Step-by-Step Reporting: Provides a live execution log, showing exactly which action succeeded or failed.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Jira Integration: One-click defect reporting directly from the failed test step, including logs and evidence.</a:t>
            </a:r>
            <a:endParaRPr lang="en-US" sz="1400" dirty="0"/>
          </a:p>
        </p:txBody>
      </p:sp>
      <p:pic>
        <p:nvPicPr>
          <p:cNvPr id="5" name="Image 0" descr="C:\Users\SANTOSH\.gemini\antigravity\brain\dcf4d161-3b2b-4266-bcd4-3fca77a8d2bc\auto_test_view_1773688220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217920" cy="4389120"/>
          </a:xfrm>
          <a:prstGeom prst="rect">
            <a:avLst/>
          </a:prstGeom>
          <a:effectLst>
            <a:outerShdw blurRad="127000" dist="63500" dir="16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Settings: Enterprise Configuration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</a:rPr>
              <a:t>Control and Security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Infrastructure is managed through a streamlined Settings interface, ensuring enterprise compliance: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Local AI: Support for Ollama allows organizations to run test generation behind a firewall, protecting sensitive intellectual property.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Endpoint Management: Quick toggles for different environment APIs and model versions.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Persistent Config: Settings are saved locally, ensuring a consistent user experience across sessions.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Expandable Provider Support: Modular architecture allows for easy addition of new LLM backends.</a:t>
            </a:r>
            <a:endParaRPr lang="en-US" sz="1400" dirty="0"/>
          </a:p>
        </p:txBody>
      </p:sp>
      <p:pic>
        <p:nvPicPr>
          <p:cNvPr id="5" name="Image 0" descr="C:\Users\SANTOSH\.gemini\antigravity\brain\dcf4d161-3b2b-4266-bcd4-3fca77a8d2bc\settings_view_17736882609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6217920" cy="4389120"/>
          </a:xfrm>
          <a:prstGeom prst="rect">
            <a:avLst/>
          </a:prstGeom>
          <a:effectLst>
            <a:outerShdw blurRad="127000" dist="63500" dir="162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Scalable, Robust, and Modern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Frontend: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React 18 with Vite for lightning-fast UI responsiveness. Tailwind CSS for premium aesthetics.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Backend: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Node.js &amp; Express for a high-performance, non-blocking asynchronous architecture.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Automation: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Playwright for industry-leading browser automation and cross-platform reliability.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Reasoning: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Orchestrated LLM layers handling everything from logic generation to self-healing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Real-world impact for your organization.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1F5F9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1F5F9"/>
                </a:solidFill>
              </a:rPr>
              <a:t>• 70% Reduction in Test Authoring Time:</a:t>
            </a:r>
            <a:r>
              <a:rPr lang="en-US" sz="1400" dirty="0">
                <a:solidFill>
                  <a:srgbClr val="94A3B8"/>
                </a:solidFill>
              </a:rPr>
              <a:t> Replace hours of manual coding with AI generation.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• Accelerated Release Cycles: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 Faster feedback loops enable multiple deployments per week.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• Lower Technical Barrier: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 Empower functional experts to own the automation process.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• Zero Maintenance Overload: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 AI-generated scripts are consistent and easier to maintain than legacy code.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The Next Frontier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Ongoing innovation to redefine Quality Assurance.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Phase 6: Multi-CRM Support (ServiceNow, Oracle Cloud, SAP)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94A3B8"/>
                </a:solidFill>
              </a:rPr>
              <a:t>Phase 7: AI Self-Healing (Automatic script updates when UI changes)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94A3B8"/>
                </a:solidFill>
              </a:rPr>
              <a:t>Phase 8: CI/CD "No-Pulse" Integration (Automated drift detection)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94A3B8"/>
                </a:solidFill>
              </a:rPr>
              <a:t>Phase 9: Distributed Cloud Execution (Running 1000s of tests in parallel)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1F5F9"/>
                </a:solidFill>
              </a:rPr>
              <a:t>T.A.R.S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ACC15"/>
                </a:solidFill>
              </a:rPr>
              <a:t>The Intelligence Layer for Modern QA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Transforming Software Reliability with AI.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948</Words>
  <Application>Microsoft Office PowerPoint</Application>
  <PresentationFormat>Widescreen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Santosh Kumar</cp:lastModifiedBy>
  <cp:revision>2</cp:revision>
  <dcterms:created xsi:type="dcterms:W3CDTF">2026-03-16T19:20:59Z</dcterms:created>
  <dcterms:modified xsi:type="dcterms:W3CDTF">2026-03-16T19:25:23Z</dcterms:modified>
</cp:coreProperties>
</file>